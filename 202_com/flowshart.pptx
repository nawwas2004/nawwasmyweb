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3B7F8EA-88CF-F29F-09A3-26BA24E73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870D5A91-C7BD-7062-3B20-D7299C746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2215A7F-9603-CFE5-3F3F-9759B0A1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6FC5AF7-4B61-FAF3-F3C3-3837224D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7C6BD2E-2EFB-BBE0-0709-93ECB790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3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FA7D81-CE94-8274-3066-6F9258AD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CA939A9-7673-224F-3A58-E267E2E3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CEF34F6-AF19-8052-B8C1-6438E747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4FF65DB-6950-21DF-E477-115310F9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F622BEB-6947-80C6-D96A-E2F2D91D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F32A8B6-0D84-3F08-9C3C-709BE0C9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D4EBEC9-384C-7631-AD7B-EEAEC315A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0A64705-BD10-C928-CDF1-202E1C01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2D67443-E993-477A-9AD8-D545B335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8D1A980-7DD9-9C08-1B19-3B8475B9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3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32D9C17-A5E5-F83D-4D84-5BC85C66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B9517F8-A3E9-12D9-F347-CE3CE1960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107EFB3B-2218-4F1F-D1F2-7415F7CA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CE5E40F-8459-382B-E7A9-18F8FC2B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EC94785-E61E-4B62-D7E5-994D7874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14CD1B6-A6B0-9D7C-876C-BF3EF1FE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3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0210673-6007-EA5E-2B25-0C4F1E1F9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636882A-6D9C-72C1-656A-65131982B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ECC95A9E-E040-2124-F1D4-4C7456341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E13D9493-B1CA-80C5-D509-1028336AE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D8EFEBEC-54FA-E09D-BDA1-3F2270DE5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D8FF4BBC-E717-B543-514A-840EA45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DBD989BE-4D82-3626-011E-DE409420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70E457A5-7DFB-7942-62AE-4D355D34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0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966EA82-9C1D-4A84-9656-A91E67D5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F6432330-97A5-4183-FA6F-6D9E9EC9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A32EB7D3-B0D0-42BD-B0F5-9C8770BD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547161C7-3CED-32FB-CB40-B4CA57E4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6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B36AA46D-82AC-62CC-88AA-E1C0F825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944BE4DF-ECCE-0455-EEB5-FAD30BD5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FC8EE15-B4EB-DEE0-EE30-BC85F642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2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08936C0-AF40-A7E8-CF1F-9E36F771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44A0501-71CE-6D84-3EEA-078DBF20F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01EC292-18B5-76A8-ACB4-ECEC880C5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00EF479-007B-A86B-0E07-0AB1EA50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F7B5D64A-E31B-FA5A-E74F-FDB462E3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6664085E-69C7-50E5-F7DC-5D1F9176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1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6E6362D-AA71-4372-FC07-AD98AC59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676BD545-3DB0-6855-0FF8-7CC590DF37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B5055BB-5CBE-AD2E-399A-358C65762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6C1E539-A67F-56E4-5F8B-6DA4DB86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43E656E-2EE7-BA10-DDE4-FA42381C9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33A5FA6-CDBA-30D5-0114-78C8674A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2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5F4B848-8B31-9B84-6AEF-FB396B80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D274FA2-D5F7-67E2-0386-2B8454E71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D7F4126-22FB-67D4-CB63-FBB2376E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43FB481-610E-2E0F-0768-0EABA637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5E17EC4-5412-9C5C-431A-DBCAAD8B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4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80801B73-5C46-2A9D-89EB-ACC1314A1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BE1B6DCD-A1FD-F13B-FAB5-14959D168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35B1874-02FF-6D00-A331-3F8E5D0C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D67E0F5-6D90-98D6-2935-61B291BE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601790C-DF04-3A5E-25B4-CE231CDD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6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4468936D-F267-D45F-2DCD-10EF20143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F4902EB-80D0-3FA7-87EF-94288E023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1C451BF-0B4E-0D36-67B5-58992D025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FB77C-CA6B-4AEC-B815-4EA3512DE75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48457C47-BADB-6995-D60E-A10F59058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0FD1EF2-323A-7236-8B21-F087D861F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4E791-3036-4C53-82E3-6B4ECB4CB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8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8E126ECA-8B5A-4D56-48C0-F97C1BE4A1CC}"/>
              </a:ext>
            </a:extLst>
          </p:cNvPr>
          <p:cNvSpPr/>
          <p:nvPr/>
        </p:nvSpPr>
        <p:spPr>
          <a:xfrm>
            <a:off x="1488693" y="1479033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จังหวัด</a:t>
            </a:r>
            <a:endParaRPr lang="en-US" dirty="0"/>
          </a:p>
        </p:txBody>
      </p:sp>
      <p:sp>
        <p:nvSpPr>
          <p:cNvPr id="14" name="วงรี 13">
            <a:extLst>
              <a:ext uri="{FF2B5EF4-FFF2-40B4-BE49-F238E27FC236}">
                <a16:creationId xmlns:a16="http://schemas.microsoft.com/office/drawing/2014/main" id="{7B1F1AB4-63D0-96CE-145C-181BD78C7792}"/>
              </a:ext>
            </a:extLst>
          </p:cNvPr>
          <p:cNvSpPr/>
          <p:nvPr/>
        </p:nvSpPr>
        <p:spPr>
          <a:xfrm>
            <a:off x="2370666" y="369900"/>
            <a:ext cx="1464734" cy="5138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  <a:p>
            <a:pPr algn="ctr"/>
            <a:endParaRPr lang="en-US" dirty="0"/>
          </a:p>
        </p:txBody>
      </p:sp>
      <p:sp>
        <p:nvSpPr>
          <p:cNvPr id="16" name="วงรี 15">
            <a:extLst>
              <a:ext uri="{FF2B5EF4-FFF2-40B4-BE49-F238E27FC236}">
                <a16:creationId xmlns:a16="http://schemas.microsoft.com/office/drawing/2014/main" id="{726BAC85-96EC-BC33-641F-20A72FC9CC98}"/>
              </a:ext>
            </a:extLst>
          </p:cNvPr>
          <p:cNvSpPr/>
          <p:nvPr/>
        </p:nvSpPr>
        <p:spPr>
          <a:xfrm>
            <a:off x="203200" y="369900"/>
            <a:ext cx="1447800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รหัสจังหวัด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8" name="วงรี 17">
            <a:extLst>
              <a:ext uri="{FF2B5EF4-FFF2-40B4-BE49-F238E27FC236}">
                <a16:creationId xmlns:a16="http://schemas.microsoft.com/office/drawing/2014/main" id="{054479C3-AFFD-286E-E0B2-A276A38A5290}"/>
              </a:ext>
            </a:extLst>
          </p:cNvPr>
          <p:cNvSpPr/>
          <p:nvPr/>
        </p:nvSpPr>
        <p:spPr>
          <a:xfrm>
            <a:off x="3310465" y="1215250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CE29F2CE-B552-AA60-BEF8-D8C8E4C7CE1F}"/>
              </a:ext>
            </a:extLst>
          </p:cNvPr>
          <p:cNvSpPr/>
          <p:nvPr/>
        </p:nvSpPr>
        <p:spPr>
          <a:xfrm>
            <a:off x="5984493" y="3059100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อำเภอ</a:t>
            </a:r>
            <a:endParaRPr lang="en-US" dirty="0"/>
          </a:p>
        </p:txBody>
      </p:sp>
      <p:sp>
        <p:nvSpPr>
          <p:cNvPr id="22" name="วงรี 21">
            <a:extLst>
              <a:ext uri="{FF2B5EF4-FFF2-40B4-BE49-F238E27FC236}">
                <a16:creationId xmlns:a16="http://schemas.microsoft.com/office/drawing/2014/main" id="{769A1DC7-9664-A05B-59F3-8F46AB703127}"/>
              </a:ext>
            </a:extLst>
          </p:cNvPr>
          <p:cNvSpPr/>
          <p:nvPr/>
        </p:nvSpPr>
        <p:spPr>
          <a:xfrm>
            <a:off x="4648198" y="194338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24" name="วงรี 23">
            <a:extLst>
              <a:ext uri="{FF2B5EF4-FFF2-40B4-BE49-F238E27FC236}">
                <a16:creationId xmlns:a16="http://schemas.microsoft.com/office/drawing/2014/main" id="{1486DEC3-BE07-9EFA-89B0-72D48FD4AC8C}"/>
              </a:ext>
            </a:extLst>
          </p:cNvPr>
          <p:cNvSpPr/>
          <p:nvPr/>
        </p:nvSpPr>
        <p:spPr>
          <a:xfrm>
            <a:off x="6612465" y="194338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26" name="วงรี 25">
            <a:extLst>
              <a:ext uri="{FF2B5EF4-FFF2-40B4-BE49-F238E27FC236}">
                <a16:creationId xmlns:a16="http://schemas.microsoft.com/office/drawing/2014/main" id="{96D15F2E-8252-E26E-F2B1-0FF5EB7F9C33}"/>
              </a:ext>
            </a:extLst>
          </p:cNvPr>
          <p:cNvSpPr/>
          <p:nvPr/>
        </p:nvSpPr>
        <p:spPr>
          <a:xfrm>
            <a:off x="7857065" y="2795317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  <a:p>
            <a:pPr algn="ctr"/>
            <a:endParaRPr lang="en-US" dirty="0"/>
          </a:p>
        </p:txBody>
      </p:sp>
      <p:cxnSp>
        <p:nvCxnSpPr>
          <p:cNvPr id="37" name="ลูกศรเชื่อมต่อแบบตรง 36">
            <a:extLst>
              <a:ext uri="{FF2B5EF4-FFF2-40B4-BE49-F238E27FC236}">
                <a16:creationId xmlns:a16="http://schemas.microsoft.com/office/drawing/2014/main" id="{EED687D4-1832-5BC5-66E6-3C00CD457F03}"/>
              </a:ext>
            </a:extLst>
          </p:cNvPr>
          <p:cNvCxnSpPr>
            <a:cxnSpLocks/>
            <a:endCxn id="16" idx="4"/>
          </p:cNvCxnSpPr>
          <p:nvPr/>
        </p:nvCxnSpPr>
        <p:spPr>
          <a:xfrm flipH="1" flipV="1">
            <a:off x="927100" y="897467"/>
            <a:ext cx="1002579" cy="581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ตัวเชื่อมต่อ: หักมุม 38">
            <a:extLst>
              <a:ext uri="{FF2B5EF4-FFF2-40B4-BE49-F238E27FC236}">
                <a16:creationId xmlns:a16="http://schemas.microsoft.com/office/drawing/2014/main" id="{36D2C4E5-D3DA-46F7-1F06-C8EC914BC474}"/>
              </a:ext>
            </a:extLst>
          </p:cNvPr>
          <p:cNvCxnSpPr>
            <a:cxnSpLocks/>
          </p:cNvCxnSpPr>
          <p:nvPr/>
        </p:nvCxnSpPr>
        <p:spPr>
          <a:xfrm>
            <a:off x="3878136" y="3035016"/>
            <a:ext cx="2104644" cy="3168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ลูกศรเชื่อมต่อแบบตรง 40">
            <a:extLst>
              <a:ext uri="{FF2B5EF4-FFF2-40B4-BE49-F238E27FC236}">
                <a16:creationId xmlns:a16="http://schemas.microsoft.com/office/drawing/2014/main" id="{5C9486DD-D993-9B40-EA96-474D9FCB1A0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929680" y="871316"/>
            <a:ext cx="905932" cy="607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ลูกศรเชื่อมต่อแบบตรง 42">
            <a:extLst>
              <a:ext uri="{FF2B5EF4-FFF2-40B4-BE49-F238E27FC236}">
                <a16:creationId xmlns:a16="http://schemas.microsoft.com/office/drawing/2014/main" id="{663BDCED-DCF8-5B69-550A-9A10C9E4BCC8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378051" y="1479034"/>
            <a:ext cx="932414" cy="263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ลูกศรเชื่อมต่อแบบตรง 44">
            <a:extLst>
              <a:ext uri="{FF2B5EF4-FFF2-40B4-BE49-F238E27FC236}">
                <a16:creationId xmlns:a16="http://schemas.microsoft.com/office/drawing/2014/main" id="{B4BFBC61-E3AE-98E7-41A1-5D01F63AAF7B}"/>
              </a:ext>
            </a:extLst>
          </p:cNvPr>
          <p:cNvCxnSpPr>
            <a:cxnSpLocks/>
            <a:endCxn id="22" idx="4"/>
          </p:cNvCxnSpPr>
          <p:nvPr/>
        </p:nvCxnSpPr>
        <p:spPr>
          <a:xfrm flipH="1" flipV="1">
            <a:off x="5380565" y="2470950"/>
            <a:ext cx="999473" cy="588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ลูกศรเชื่อมต่อแบบตรง 45">
            <a:extLst>
              <a:ext uri="{FF2B5EF4-FFF2-40B4-BE49-F238E27FC236}">
                <a16:creationId xmlns:a16="http://schemas.microsoft.com/office/drawing/2014/main" id="{38F3EF37-F8A9-374B-BD29-34D29146CD1E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6866466" y="3059101"/>
            <a:ext cx="990599" cy="20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ลูกศรเชื่อมต่อแบบตรง 46">
            <a:extLst>
              <a:ext uri="{FF2B5EF4-FFF2-40B4-BE49-F238E27FC236}">
                <a16:creationId xmlns:a16="http://schemas.microsoft.com/office/drawing/2014/main" id="{B9A81C57-83EF-C411-F829-2B1401DBEDA1}"/>
              </a:ext>
            </a:extLst>
          </p:cNvPr>
          <p:cNvCxnSpPr>
            <a:cxnSpLocks/>
            <a:endCxn id="24" idx="4"/>
          </p:cNvCxnSpPr>
          <p:nvPr/>
        </p:nvCxnSpPr>
        <p:spPr>
          <a:xfrm flipV="1">
            <a:off x="6363103" y="2470950"/>
            <a:ext cx="981729" cy="58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ตัวเชื่อมต่อตรง 67">
            <a:extLst>
              <a:ext uri="{FF2B5EF4-FFF2-40B4-BE49-F238E27FC236}">
                <a16:creationId xmlns:a16="http://schemas.microsoft.com/office/drawing/2014/main" id="{AE404041-7E58-74EB-E125-7A092427F335}"/>
              </a:ext>
            </a:extLst>
          </p:cNvPr>
          <p:cNvCxnSpPr>
            <a:cxnSpLocks/>
          </p:cNvCxnSpPr>
          <p:nvPr/>
        </p:nvCxnSpPr>
        <p:spPr>
          <a:xfrm>
            <a:off x="1885032" y="2470950"/>
            <a:ext cx="17080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ตัวเชื่อมต่อตรง 68">
            <a:extLst>
              <a:ext uri="{FF2B5EF4-FFF2-40B4-BE49-F238E27FC236}">
                <a16:creationId xmlns:a16="http://schemas.microsoft.com/office/drawing/2014/main" id="{B91A0FA4-0CF5-29E2-9B54-561B27E1876B}"/>
              </a:ext>
            </a:extLst>
          </p:cNvPr>
          <p:cNvCxnSpPr>
            <a:cxnSpLocks/>
          </p:cNvCxnSpPr>
          <p:nvPr/>
        </p:nvCxnSpPr>
        <p:spPr>
          <a:xfrm>
            <a:off x="1885032" y="2006600"/>
            <a:ext cx="0" cy="464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ตัวเชื่อมต่อตรง 69">
            <a:extLst>
              <a:ext uri="{FF2B5EF4-FFF2-40B4-BE49-F238E27FC236}">
                <a16:creationId xmlns:a16="http://schemas.microsoft.com/office/drawing/2014/main" id="{958DF284-7D43-3B0E-0FCD-2F3DB9A6FB42}"/>
              </a:ext>
            </a:extLst>
          </p:cNvPr>
          <p:cNvCxnSpPr>
            <a:cxnSpLocks/>
          </p:cNvCxnSpPr>
          <p:nvPr/>
        </p:nvCxnSpPr>
        <p:spPr>
          <a:xfrm>
            <a:off x="3593084" y="2470950"/>
            <a:ext cx="0" cy="288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ข้าวหลามตัด 70">
            <a:extLst>
              <a:ext uri="{FF2B5EF4-FFF2-40B4-BE49-F238E27FC236}">
                <a16:creationId xmlns:a16="http://schemas.microsoft.com/office/drawing/2014/main" id="{377F4CD9-6A4A-6864-6D87-A134770C211C}"/>
              </a:ext>
            </a:extLst>
          </p:cNvPr>
          <p:cNvSpPr/>
          <p:nvPr/>
        </p:nvSpPr>
        <p:spPr>
          <a:xfrm>
            <a:off x="3310465" y="2759190"/>
            <a:ext cx="565238" cy="52756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กล่องข้อความ 83">
            <a:extLst>
              <a:ext uri="{FF2B5EF4-FFF2-40B4-BE49-F238E27FC236}">
                <a16:creationId xmlns:a16="http://schemas.microsoft.com/office/drawing/2014/main" id="{09366C42-5288-1082-9E4B-75E13CDFE753}"/>
              </a:ext>
            </a:extLst>
          </p:cNvPr>
          <p:cNvSpPr txBox="1"/>
          <p:nvPr/>
        </p:nvSpPr>
        <p:spPr>
          <a:xfrm>
            <a:off x="2580033" y="2101617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5" name="กล่องข้อความ 84">
            <a:extLst>
              <a:ext uri="{FF2B5EF4-FFF2-40B4-BE49-F238E27FC236}">
                <a16:creationId xmlns:a16="http://schemas.microsoft.com/office/drawing/2014/main" id="{0891BBB4-23BE-3C17-B56D-7A9AC50EF87E}"/>
              </a:ext>
            </a:extLst>
          </p:cNvPr>
          <p:cNvSpPr txBox="1"/>
          <p:nvPr/>
        </p:nvSpPr>
        <p:spPr>
          <a:xfrm>
            <a:off x="5295277" y="302081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74006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05F168E-FBFB-0CA8-B82D-DFBA6772D884}"/>
              </a:ext>
            </a:extLst>
          </p:cNvPr>
          <p:cNvSpPr/>
          <p:nvPr/>
        </p:nvSpPr>
        <p:spPr>
          <a:xfrm>
            <a:off x="1488693" y="1479033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95F05803-45C1-42A4-48B5-7FA1F9941E6C}"/>
              </a:ext>
            </a:extLst>
          </p:cNvPr>
          <p:cNvSpPr/>
          <p:nvPr/>
        </p:nvSpPr>
        <p:spPr>
          <a:xfrm>
            <a:off x="2370666" y="369900"/>
            <a:ext cx="1464734" cy="5138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รหัสนักศึกษา</a:t>
            </a:r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77738FD9-3FDF-0E37-D35E-C04CC90D5624}"/>
              </a:ext>
            </a:extLst>
          </p:cNvPr>
          <p:cNvSpPr/>
          <p:nvPr/>
        </p:nvSpPr>
        <p:spPr>
          <a:xfrm>
            <a:off x="203200" y="369900"/>
            <a:ext cx="1447800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ชื่อ-สกุล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วงรี 6">
            <a:extLst>
              <a:ext uri="{FF2B5EF4-FFF2-40B4-BE49-F238E27FC236}">
                <a16:creationId xmlns:a16="http://schemas.microsoft.com/office/drawing/2014/main" id="{064C9022-A76C-3B88-E705-95CE7A2760B5}"/>
              </a:ext>
            </a:extLst>
          </p:cNvPr>
          <p:cNvSpPr/>
          <p:nvPr/>
        </p:nvSpPr>
        <p:spPr>
          <a:xfrm>
            <a:off x="3310465" y="1215249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สาขา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B89DF27C-8EE1-C740-2DDA-4F5C07458873}"/>
              </a:ext>
            </a:extLst>
          </p:cNvPr>
          <p:cNvSpPr/>
          <p:nvPr/>
        </p:nvSpPr>
        <p:spPr>
          <a:xfrm>
            <a:off x="5984493" y="3059100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  <a:endParaRPr lang="en-US" dirty="0"/>
          </a:p>
        </p:txBody>
      </p:sp>
      <p:sp>
        <p:nvSpPr>
          <p:cNvPr id="9" name="วงรี 8">
            <a:extLst>
              <a:ext uri="{FF2B5EF4-FFF2-40B4-BE49-F238E27FC236}">
                <a16:creationId xmlns:a16="http://schemas.microsoft.com/office/drawing/2014/main" id="{FE69C98C-4268-78CA-27DF-5B5689025122}"/>
              </a:ext>
            </a:extLst>
          </p:cNvPr>
          <p:cNvSpPr/>
          <p:nvPr/>
        </p:nvSpPr>
        <p:spPr>
          <a:xfrm>
            <a:off x="4648198" y="194338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</a:p>
        </p:txBody>
      </p:sp>
      <p:sp>
        <p:nvSpPr>
          <p:cNvPr id="10" name="วงรี 9">
            <a:extLst>
              <a:ext uri="{FF2B5EF4-FFF2-40B4-BE49-F238E27FC236}">
                <a16:creationId xmlns:a16="http://schemas.microsoft.com/office/drawing/2014/main" id="{69D5F8F9-6A32-7877-7548-82A4AA8A059F}"/>
              </a:ext>
            </a:extLst>
          </p:cNvPr>
          <p:cNvSpPr/>
          <p:nvPr/>
        </p:nvSpPr>
        <p:spPr>
          <a:xfrm>
            <a:off x="6612465" y="194338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ชื่อรายวิชา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11" name="วงรี 10">
            <a:extLst>
              <a:ext uri="{FF2B5EF4-FFF2-40B4-BE49-F238E27FC236}">
                <a16:creationId xmlns:a16="http://schemas.microsoft.com/office/drawing/2014/main" id="{6340E1D0-AE82-6416-4BC8-3F6A2D3C480C}"/>
              </a:ext>
            </a:extLst>
          </p:cNvPr>
          <p:cNvSpPr/>
          <p:nvPr/>
        </p:nvSpPr>
        <p:spPr>
          <a:xfrm>
            <a:off x="7857065" y="2795317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ชื่อรายวิชา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C7750EA1-0FEA-6191-5E0C-D83E4794DB19}"/>
              </a:ext>
            </a:extLst>
          </p:cNvPr>
          <p:cNvCxnSpPr>
            <a:cxnSpLocks/>
            <a:endCxn id="6" idx="4"/>
          </p:cNvCxnSpPr>
          <p:nvPr/>
        </p:nvCxnSpPr>
        <p:spPr>
          <a:xfrm flipH="1" flipV="1">
            <a:off x="927100" y="897467"/>
            <a:ext cx="1002579" cy="581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: หักมุม 12">
            <a:extLst>
              <a:ext uri="{FF2B5EF4-FFF2-40B4-BE49-F238E27FC236}">
                <a16:creationId xmlns:a16="http://schemas.microsoft.com/office/drawing/2014/main" id="{2652E708-AEA9-73C6-20D4-0DB013CFE51F}"/>
              </a:ext>
            </a:extLst>
          </p:cNvPr>
          <p:cNvCxnSpPr>
            <a:cxnSpLocks/>
          </p:cNvCxnSpPr>
          <p:nvPr/>
        </p:nvCxnSpPr>
        <p:spPr>
          <a:xfrm>
            <a:off x="3878136" y="3035016"/>
            <a:ext cx="2104644" cy="3168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ลูกศรเชื่อมต่อแบบตรง 13">
            <a:extLst>
              <a:ext uri="{FF2B5EF4-FFF2-40B4-BE49-F238E27FC236}">
                <a16:creationId xmlns:a16="http://schemas.microsoft.com/office/drawing/2014/main" id="{F2B7807F-0759-1E24-C0E4-A93BEEA9D80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929680" y="871316"/>
            <a:ext cx="905932" cy="607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ลูกศรเชื่อมต่อแบบตรง 14">
            <a:extLst>
              <a:ext uri="{FF2B5EF4-FFF2-40B4-BE49-F238E27FC236}">
                <a16:creationId xmlns:a16="http://schemas.microsoft.com/office/drawing/2014/main" id="{D98AF463-528D-D4F8-0C4C-C1FB332723BF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378051" y="1479033"/>
            <a:ext cx="932414" cy="263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0B598290-4953-08F8-7DFA-7C1A8CB8B4CD}"/>
              </a:ext>
            </a:extLst>
          </p:cNvPr>
          <p:cNvCxnSpPr>
            <a:cxnSpLocks/>
            <a:endCxn id="9" idx="4"/>
          </p:cNvCxnSpPr>
          <p:nvPr/>
        </p:nvCxnSpPr>
        <p:spPr>
          <a:xfrm flipH="1" flipV="1">
            <a:off x="5380565" y="2470950"/>
            <a:ext cx="999473" cy="588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ลูกศรเชื่อมต่อแบบตรง 16">
            <a:extLst>
              <a:ext uri="{FF2B5EF4-FFF2-40B4-BE49-F238E27FC236}">
                <a16:creationId xmlns:a16="http://schemas.microsoft.com/office/drawing/2014/main" id="{9B907C90-7848-5892-C1BF-2CDDB00A1AC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6866466" y="3059101"/>
            <a:ext cx="990599" cy="20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1CBE19DA-301B-3CE6-D857-E9DCC361F416}"/>
              </a:ext>
            </a:extLst>
          </p:cNvPr>
          <p:cNvCxnSpPr>
            <a:cxnSpLocks/>
            <a:endCxn id="10" idx="4"/>
          </p:cNvCxnSpPr>
          <p:nvPr/>
        </p:nvCxnSpPr>
        <p:spPr>
          <a:xfrm flipV="1">
            <a:off x="6363103" y="2470950"/>
            <a:ext cx="981729" cy="58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B6DD238E-1F57-E614-6AAC-E7499FD74D79}"/>
              </a:ext>
            </a:extLst>
          </p:cNvPr>
          <p:cNvCxnSpPr>
            <a:cxnSpLocks/>
          </p:cNvCxnSpPr>
          <p:nvPr/>
        </p:nvCxnSpPr>
        <p:spPr>
          <a:xfrm>
            <a:off x="1885032" y="2470950"/>
            <a:ext cx="17080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ตรง 20">
            <a:extLst>
              <a:ext uri="{FF2B5EF4-FFF2-40B4-BE49-F238E27FC236}">
                <a16:creationId xmlns:a16="http://schemas.microsoft.com/office/drawing/2014/main" id="{6FFC0268-38D5-312D-9892-AD2411CF1558}"/>
              </a:ext>
            </a:extLst>
          </p:cNvPr>
          <p:cNvCxnSpPr>
            <a:cxnSpLocks/>
          </p:cNvCxnSpPr>
          <p:nvPr/>
        </p:nvCxnSpPr>
        <p:spPr>
          <a:xfrm>
            <a:off x="1885032" y="2006600"/>
            <a:ext cx="0" cy="464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ตัวเชื่อมต่อตรง 21">
            <a:extLst>
              <a:ext uri="{FF2B5EF4-FFF2-40B4-BE49-F238E27FC236}">
                <a16:creationId xmlns:a16="http://schemas.microsoft.com/office/drawing/2014/main" id="{345982A6-F700-0C37-2978-3039E126BC2A}"/>
              </a:ext>
            </a:extLst>
          </p:cNvPr>
          <p:cNvCxnSpPr>
            <a:cxnSpLocks/>
          </p:cNvCxnSpPr>
          <p:nvPr/>
        </p:nvCxnSpPr>
        <p:spPr>
          <a:xfrm>
            <a:off x="3593084" y="2470950"/>
            <a:ext cx="0" cy="288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ข้าวหลามตัด 22">
            <a:extLst>
              <a:ext uri="{FF2B5EF4-FFF2-40B4-BE49-F238E27FC236}">
                <a16:creationId xmlns:a16="http://schemas.microsoft.com/office/drawing/2014/main" id="{1AD82C09-9AB8-231B-F307-FE3E2F0B9AEB}"/>
              </a:ext>
            </a:extLst>
          </p:cNvPr>
          <p:cNvSpPr/>
          <p:nvPr/>
        </p:nvSpPr>
        <p:spPr>
          <a:xfrm>
            <a:off x="3310465" y="2759190"/>
            <a:ext cx="565238" cy="52756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กล่องข้อความ 23">
            <a:extLst>
              <a:ext uri="{FF2B5EF4-FFF2-40B4-BE49-F238E27FC236}">
                <a16:creationId xmlns:a16="http://schemas.microsoft.com/office/drawing/2014/main" id="{31A7985E-25C6-8D76-5D9C-A5A93EDA595D}"/>
              </a:ext>
            </a:extLst>
          </p:cNvPr>
          <p:cNvSpPr txBox="1"/>
          <p:nvPr/>
        </p:nvSpPr>
        <p:spPr>
          <a:xfrm>
            <a:off x="2580033" y="2101617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กล่องข้อความ 24">
            <a:extLst>
              <a:ext uri="{FF2B5EF4-FFF2-40B4-BE49-F238E27FC236}">
                <a16:creationId xmlns:a16="http://schemas.microsoft.com/office/drawing/2014/main" id="{8810E672-9D9B-7A25-7C3B-E6D67A9B432B}"/>
              </a:ext>
            </a:extLst>
          </p:cNvPr>
          <p:cNvSpPr txBox="1"/>
          <p:nvPr/>
        </p:nvSpPr>
        <p:spPr>
          <a:xfrm>
            <a:off x="5295277" y="302081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วงรี 26">
            <a:extLst>
              <a:ext uri="{FF2B5EF4-FFF2-40B4-BE49-F238E27FC236}">
                <a16:creationId xmlns:a16="http://schemas.microsoft.com/office/drawing/2014/main" id="{BC95A1B6-E2E5-2DEC-5C95-3DEC30EE3F1A}"/>
              </a:ext>
            </a:extLst>
          </p:cNvPr>
          <p:cNvSpPr/>
          <p:nvPr/>
        </p:nvSpPr>
        <p:spPr>
          <a:xfrm>
            <a:off x="97552" y="2238776"/>
            <a:ext cx="1447800" cy="5204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</a:t>
            </a:r>
            <a:endParaRPr lang="en-US" dirty="0"/>
          </a:p>
        </p:txBody>
      </p:sp>
      <p:cxnSp>
        <p:nvCxnSpPr>
          <p:cNvPr id="28" name="ลูกศรเชื่อมต่อแบบตรง 27">
            <a:extLst>
              <a:ext uri="{FF2B5EF4-FFF2-40B4-BE49-F238E27FC236}">
                <a16:creationId xmlns:a16="http://schemas.microsoft.com/office/drawing/2014/main" id="{A7471D3A-DF69-D0B6-6EE0-21E502609104}"/>
              </a:ext>
            </a:extLst>
          </p:cNvPr>
          <p:cNvCxnSpPr>
            <a:cxnSpLocks/>
            <a:stCxn id="4" idx="1"/>
            <a:endCxn id="27" idx="0"/>
          </p:cNvCxnSpPr>
          <p:nvPr/>
        </p:nvCxnSpPr>
        <p:spPr>
          <a:xfrm flipH="1">
            <a:off x="821452" y="1742817"/>
            <a:ext cx="667241" cy="495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สี่เหลี่ยมผืนผ้า 30">
            <a:extLst>
              <a:ext uri="{FF2B5EF4-FFF2-40B4-BE49-F238E27FC236}">
                <a16:creationId xmlns:a16="http://schemas.microsoft.com/office/drawing/2014/main" id="{AC5F2000-A77A-8237-79C7-8964F57B9F3B}"/>
              </a:ext>
            </a:extLst>
          </p:cNvPr>
          <p:cNvSpPr/>
          <p:nvPr/>
        </p:nvSpPr>
        <p:spPr>
          <a:xfrm>
            <a:off x="7207406" y="4661946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  <a:endParaRPr lang="en-US" dirty="0"/>
          </a:p>
        </p:txBody>
      </p:sp>
      <p:sp>
        <p:nvSpPr>
          <p:cNvPr id="32" name="วงรี 31">
            <a:extLst>
              <a:ext uri="{FF2B5EF4-FFF2-40B4-BE49-F238E27FC236}">
                <a16:creationId xmlns:a16="http://schemas.microsoft.com/office/drawing/2014/main" id="{DFE400AC-C538-37D1-96D3-26EFC9CE9453}"/>
              </a:ext>
            </a:extLst>
          </p:cNvPr>
          <p:cNvSpPr/>
          <p:nvPr/>
        </p:nvSpPr>
        <p:spPr>
          <a:xfrm>
            <a:off x="5915463" y="5902304"/>
            <a:ext cx="1236136" cy="4312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</a:p>
        </p:txBody>
      </p:sp>
      <p:sp>
        <p:nvSpPr>
          <p:cNvPr id="41" name="วงรี 40">
            <a:extLst>
              <a:ext uri="{FF2B5EF4-FFF2-40B4-BE49-F238E27FC236}">
                <a16:creationId xmlns:a16="http://schemas.microsoft.com/office/drawing/2014/main" id="{CFA7F4C1-3E84-FCB4-C398-8A95F374703E}"/>
              </a:ext>
            </a:extLst>
          </p:cNvPr>
          <p:cNvSpPr/>
          <p:nvPr/>
        </p:nvSpPr>
        <p:spPr>
          <a:xfrm>
            <a:off x="7361765" y="5686688"/>
            <a:ext cx="1236136" cy="4312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</a:p>
        </p:txBody>
      </p:sp>
      <p:sp>
        <p:nvSpPr>
          <p:cNvPr id="43" name="วงรี 42">
            <a:extLst>
              <a:ext uri="{FF2B5EF4-FFF2-40B4-BE49-F238E27FC236}">
                <a16:creationId xmlns:a16="http://schemas.microsoft.com/office/drawing/2014/main" id="{52098F6A-C412-FA9C-8396-1A553D2D694E}"/>
              </a:ext>
            </a:extLst>
          </p:cNvPr>
          <p:cNvSpPr/>
          <p:nvPr/>
        </p:nvSpPr>
        <p:spPr>
          <a:xfrm>
            <a:off x="8808067" y="5535124"/>
            <a:ext cx="1236136" cy="4312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</a:p>
        </p:txBody>
      </p:sp>
      <p:cxnSp>
        <p:nvCxnSpPr>
          <p:cNvPr id="47" name="ตัวเชื่อมต่อ: หักมุม 46">
            <a:extLst>
              <a:ext uri="{FF2B5EF4-FFF2-40B4-BE49-F238E27FC236}">
                <a16:creationId xmlns:a16="http://schemas.microsoft.com/office/drawing/2014/main" id="{4E0508FC-3F10-F94E-AB8C-64EA5DF09B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72529" y="3592100"/>
            <a:ext cx="1087314" cy="1064414"/>
          </a:xfrm>
          <a:prstGeom prst="bentConnector3">
            <a:avLst>
              <a:gd name="adj1" fmla="val 546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ข้าวหลามตัด 52">
            <a:extLst>
              <a:ext uri="{FF2B5EF4-FFF2-40B4-BE49-F238E27FC236}">
                <a16:creationId xmlns:a16="http://schemas.microsoft.com/office/drawing/2014/main" id="{BE173139-CC8E-1581-EDCD-2162AF7AD100}"/>
              </a:ext>
            </a:extLst>
          </p:cNvPr>
          <p:cNvSpPr/>
          <p:nvPr/>
        </p:nvSpPr>
        <p:spPr>
          <a:xfrm>
            <a:off x="6380038" y="3990151"/>
            <a:ext cx="406729" cy="36933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กล่องข้อความ 53">
            <a:extLst>
              <a:ext uri="{FF2B5EF4-FFF2-40B4-BE49-F238E27FC236}">
                <a16:creationId xmlns:a16="http://schemas.microsoft.com/office/drawing/2014/main" id="{8CEF2174-1385-807D-F2A9-B012F39A3178}"/>
              </a:ext>
            </a:extLst>
          </p:cNvPr>
          <p:cNvSpPr txBox="1"/>
          <p:nvPr/>
        </p:nvSpPr>
        <p:spPr>
          <a:xfrm>
            <a:off x="7674152" y="4290248"/>
            <a:ext cx="1947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55" name="กล่องข้อความ 54">
            <a:extLst>
              <a:ext uri="{FF2B5EF4-FFF2-40B4-BE49-F238E27FC236}">
                <a16:creationId xmlns:a16="http://schemas.microsoft.com/office/drawing/2014/main" id="{C8C53D48-5A0A-3476-5029-AEA83C624D3F}"/>
              </a:ext>
            </a:extLst>
          </p:cNvPr>
          <p:cNvSpPr txBox="1"/>
          <p:nvPr/>
        </p:nvSpPr>
        <p:spPr>
          <a:xfrm>
            <a:off x="6558220" y="3616823"/>
            <a:ext cx="123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N</a:t>
            </a:r>
          </a:p>
        </p:txBody>
      </p:sp>
      <p:cxnSp>
        <p:nvCxnSpPr>
          <p:cNvPr id="56" name="ตัวเชื่อมต่อ: หักมุม 55">
            <a:extLst>
              <a:ext uri="{FF2B5EF4-FFF2-40B4-BE49-F238E27FC236}">
                <a16:creationId xmlns:a16="http://schemas.microsoft.com/office/drawing/2014/main" id="{9B2BB01C-5690-5F51-7C08-8A1411F8878A}"/>
              </a:ext>
            </a:extLst>
          </p:cNvPr>
          <p:cNvCxnSpPr>
            <a:cxnSpLocks/>
            <a:endCxn id="41" idx="0"/>
          </p:cNvCxnSpPr>
          <p:nvPr/>
        </p:nvCxnSpPr>
        <p:spPr>
          <a:xfrm rot="16200000" flipH="1">
            <a:off x="7562742" y="5269597"/>
            <a:ext cx="492176" cy="34200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ตัวเชื่อมต่อ: หักมุม 59">
            <a:extLst>
              <a:ext uri="{FF2B5EF4-FFF2-40B4-BE49-F238E27FC236}">
                <a16:creationId xmlns:a16="http://schemas.microsoft.com/office/drawing/2014/main" id="{42F13420-7F10-27A6-1AAB-0DA6FC34DD1A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7637827" y="5325217"/>
            <a:ext cx="1788308" cy="2099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ตัวเชื่อมต่อ: หักมุม 72">
            <a:extLst>
              <a:ext uri="{FF2B5EF4-FFF2-40B4-BE49-F238E27FC236}">
                <a16:creationId xmlns:a16="http://schemas.microsoft.com/office/drawing/2014/main" id="{F4E0FD5E-09DE-7686-468A-15C06D1EDB9E}"/>
              </a:ext>
            </a:extLst>
          </p:cNvPr>
          <p:cNvCxnSpPr>
            <a:cxnSpLocks/>
            <a:endCxn id="32" idx="0"/>
          </p:cNvCxnSpPr>
          <p:nvPr/>
        </p:nvCxnSpPr>
        <p:spPr>
          <a:xfrm rot="10800000" flipV="1">
            <a:off x="6533531" y="5514672"/>
            <a:ext cx="1104296" cy="38763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ตัวเชื่อมต่อตรง 86">
            <a:extLst>
              <a:ext uri="{FF2B5EF4-FFF2-40B4-BE49-F238E27FC236}">
                <a16:creationId xmlns:a16="http://schemas.microsoft.com/office/drawing/2014/main" id="{5CA15827-1C8F-57B8-8EB7-8F0CF525D6C4}"/>
              </a:ext>
            </a:extLst>
          </p:cNvPr>
          <p:cNvCxnSpPr>
            <a:cxnSpLocks/>
          </p:cNvCxnSpPr>
          <p:nvPr/>
        </p:nvCxnSpPr>
        <p:spPr>
          <a:xfrm>
            <a:off x="7637827" y="5198217"/>
            <a:ext cx="10565" cy="32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45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ED03D283-E075-A08A-43DF-62E746F0C398}"/>
              </a:ext>
            </a:extLst>
          </p:cNvPr>
          <p:cNvSpPr/>
          <p:nvPr/>
        </p:nvSpPr>
        <p:spPr>
          <a:xfrm>
            <a:off x="2286204" y="1479033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5AED77ED-1C76-B7DB-1FD7-7CECE79393E2}"/>
              </a:ext>
            </a:extLst>
          </p:cNvPr>
          <p:cNvSpPr/>
          <p:nvPr/>
        </p:nvSpPr>
        <p:spPr>
          <a:xfrm>
            <a:off x="2989915" y="324095"/>
            <a:ext cx="1464734" cy="5138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รหัสนักศึกษา</a:t>
            </a:r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4AADAA2F-0C19-0131-1A1A-0DE70D30106E}"/>
              </a:ext>
            </a:extLst>
          </p:cNvPr>
          <p:cNvSpPr/>
          <p:nvPr/>
        </p:nvSpPr>
        <p:spPr>
          <a:xfrm>
            <a:off x="1058898" y="317227"/>
            <a:ext cx="1447800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ชื่อ-สกุล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วงรี 6">
            <a:extLst>
              <a:ext uri="{FF2B5EF4-FFF2-40B4-BE49-F238E27FC236}">
                <a16:creationId xmlns:a16="http://schemas.microsoft.com/office/drawing/2014/main" id="{93FCE53B-4849-C66B-EA7B-F4C0F082BDC3}"/>
              </a:ext>
            </a:extLst>
          </p:cNvPr>
          <p:cNvSpPr/>
          <p:nvPr/>
        </p:nvSpPr>
        <p:spPr>
          <a:xfrm>
            <a:off x="4276387" y="858900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สาขาวิชา</a:t>
            </a:r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8" name="ลูกศรเชื่อมต่อแบบตรง 7">
            <a:extLst>
              <a:ext uri="{FF2B5EF4-FFF2-40B4-BE49-F238E27FC236}">
                <a16:creationId xmlns:a16="http://schemas.microsoft.com/office/drawing/2014/main" id="{6219C762-A7C6-8DCD-8D71-6E38532AB10D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H="1" flipV="1">
            <a:off x="1782798" y="844794"/>
            <a:ext cx="944393" cy="634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ลูกศรเชื่อมต่อแบบตรง 8">
            <a:extLst>
              <a:ext uri="{FF2B5EF4-FFF2-40B4-BE49-F238E27FC236}">
                <a16:creationId xmlns:a16="http://schemas.microsoft.com/office/drawing/2014/main" id="{96AA67B6-DB24-FB7F-1099-B0327AFE7B31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V="1">
            <a:off x="2727191" y="837928"/>
            <a:ext cx="995091" cy="641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ลูกศรเชื่อมต่อแบบตรง 9">
            <a:extLst>
              <a:ext uri="{FF2B5EF4-FFF2-40B4-BE49-F238E27FC236}">
                <a16:creationId xmlns:a16="http://schemas.microsoft.com/office/drawing/2014/main" id="{14652871-DACE-FE7D-403F-1FDE69700CE2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 flipV="1">
            <a:off x="3168177" y="1122684"/>
            <a:ext cx="1108210" cy="620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1B424763-D2C2-1200-9D46-85C799D32D04}"/>
              </a:ext>
            </a:extLst>
          </p:cNvPr>
          <p:cNvSpPr txBox="1"/>
          <p:nvPr/>
        </p:nvSpPr>
        <p:spPr>
          <a:xfrm>
            <a:off x="1103245" y="3221797"/>
            <a:ext cx="5957955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Field               Data type              Length           Description</a:t>
            </a:r>
          </a:p>
        </p:txBody>
      </p:sp>
      <p:sp>
        <p:nvSpPr>
          <p:cNvPr id="15" name="วงรี 14">
            <a:extLst>
              <a:ext uri="{FF2B5EF4-FFF2-40B4-BE49-F238E27FC236}">
                <a16:creationId xmlns:a16="http://schemas.microsoft.com/office/drawing/2014/main" id="{3088D550-4F81-894B-5AA0-45298812E8DC}"/>
              </a:ext>
            </a:extLst>
          </p:cNvPr>
          <p:cNvSpPr/>
          <p:nvPr/>
        </p:nvSpPr>
        <p:spPr>
          <a:xfrm>
            <a:off x="379345" y="1486186"/>
            <a:ext cx="1447800" cy="5204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</a:t>
            </a:r>
            <a:endParaRPr lang="en-US" dirty="0"/>
          </a:p>
        </p:txBody>
      </p: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084E420E-1A57-8945-1D9A-D1E30FC22094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827145" y="1742816"/>
            <a:ext cx="4590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วงรี 17">
            <a:extLst>
              <a:ext uri="{FF2B5EF4-FFF2-40B4-BE49-F238E27FC236}">
                <a16:creationId xmlns:a16="http://schemas.microsoft.com/office/drawing/2014/main" id="{B2372D5F-7033-F090-29DC-1BD53B8919CF}"/>
              </a:ext>
            </a:extLst>
          </p:cNvPr>
          <p:cNvSpPr/>
          <p:nvPr/>
        </p:nvSpPr>
        <p:spPr>
          <a:xfrm>
            <a:off x="4876799" y="190142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เบอร์โทร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กล่องข้อความ 27">
            <a:extLst>
              <a:ext uri="{FF2B5EF4-FFF2-40B4-BE49-F238E27FC236}">
                <a16:creationId xmlns:a16="http://schemas.microsoft.com/office/drawing/2014/main" id="{A72311C2-4BCC-4991-F643-780C62FEC7E6}"/>
              </a:ext>
            </a:extLst>
          </p:cNvPr>
          <p:cNvSpPr txBox="1"/>
          <p:nvPr/>
        </p:nvSpPr>
        <p:spPr>
          <a:xfrm>
            <a:off x="1103245" y="3671334"/>
            <a:ext cx="7315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รหัสนักศึกษา   </a:t>
            </a:r>
            <a:r>
              <a:rPr lang="en-US" sz="2000" dirty="0"/>
              <a:t>   long integer                10                primary key</a:t>
            </a:r>
          </a:p>
          <a:p>
            <a:r>
              <a:rPr lang="th-TH" sz="2000" dirty="0"/>
              <a:t>ชื่อ </a:t>
            </a:r>
            <a:r>
              <a:rPr lang="en-US" sz="2000" dirty="0"/>
              <a:t>- </a:t>
            </a:r>
            <a:r>
              <a:rPr lang="th-TH" sz="2000" dirty="0"/>
              <a:t>สกุล    </a:t>
            </a:r>
            <a:r>
              <a:rPr lang="en-US" sz="2000" dirty="0"/>
              <a:t>             text                          50</a:t>
            </a:r>
          </a:p>
          <a:p>
            <a:r>
              <a:rPr lang="en-US" sz="2000" dirty="0"/>
              <a:t>Tel                         text                         10</a:t>
            </a:r>
          </a:p>
          <a:p>
            <a:r>
              <a:rPr lang="en-US" sz="2000" dirty="0"/>
              <a:t>Subject                int                            6</a:t>
            </a:r>
          </a:p>
        </p:txBody>
      </p:sp>
      <p:grpSp>
        <p:nvGrpSpPr>
          <p:cNvPr id="51" name="กลุ่ม 50">
            <a:extLst>
              <a:ext uri="{FF2B5EF4-FFF2-40B4-BE49-F238E27FC236}">
                <a16:creationId xmlns:a16="http://schemas.microsoft.com/office/drawing/2014/main" id="{E6BF3AF8-FF83-407B-A638-BB3DA6CC4C26}"/>
              </a:ext>
            </a:extLst>
          </p:cNvPr>
          <p:cNvGrpSpPr/>
          <p:nvPr/>
        </p:nvGrpSpPr>
        <p:grpSpPr>
          <a:xfrm>
            <a:off x="1103244" y="4651427"/>
            <a:ext cx="5955375" cy="314639"/>
            <a:chOff x="5872353" y="753534"/>
            <a:chExt cx="5884333" cy="369150"/>
          </a:xfrm>
        </p:grpSpPr>
        <p:cxnSp>
          <p:nvCxnSpPr>
            <p:cNvPr id="41" name="ตัวเชื่อมต่อตรง 40">
              <a:extLst>
                <a:ext uri="{FF2B5EF4-FFF2-40B4-BE49-F238E27FC236}">
                  <a16:creationId xmlns:a16="http://schemas.microsoft.com/office/drawing/2014/main" id="{D1E7AAB4-4CDE-C36C-450F-0167B7BD30C0}"/>
                </a:ext>
              </a:extLst>
            </p:cNvPr>
            <p:cNvCxnSpPr/>
            <p:nvPr/>
          </p:nvCxnSpPr>
          <p:spPr>
            <a:xfrm>
              <a:off x="5872353" y="75353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ตัวเชื่อมต่อตรง 44">
              <a:extLst>
                <a:ext uri="{FF2B5EF4-FFF2-40B4-BE49-F238E27FC236}">
                  <a16:creationId xmlns:a16="http://schemas.microsoft.com/office/drawing/2014/main" id="{B49CE1E7-E2E3-376C-FC93-7EE9699369AD}"/>
                </a:ext>
              </a:extLst>
            </p:cNvPr>
            <p:cNvCxnSpPr/>
            <p:nvPr/>
          </p:nvCxnSpPr>
          <p:spPr>
            <a:xfrm>
              <a:off x="5872353" y="112268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ตัวเชื่อมต่อตรง 46">
              <a:extLst>
                <a:ext uri="{FF2B5EF4-FFF2-40B4-BE49-F238E27FC236}">
                  <a16:creationId xmlns:a16="http://schemas.microsoft.com/office/drawing/2014/main" id="{398FDC83-84F7-E05B-F7AA-567D94093202}"/>
                </a:ext>
              </a:extLst>
            </p:cNvPr>
            <p:cNvCxnSpPr>
              <a:cxnSpLocks/>
            </p:cNvCxnSpPr>
            <p:nvPr/>
          </p:nvCxnSpPr>
          <p:spPr>
            <a:xfrm>
              <a:off x="5872353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ตัวเชื่อมต่อตรง 49">
              <a:extLst>
                <a:ext uri="{FF2B5EF4-FFF2-40B4-BE49-F238E27FC236}">
                  <a16:creationId xmlns:a16="http://schemas.microsoft.com/office/drawing/2014/main" id="{1AAA88EB-7B78-8047-A1B7-86C06DCC0C4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686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กลุ่ม 51">
            <a:extLst>
              <a:ext uri="{FF2B5EF4-FFF2-40B4-BE49-F238E27FC236}">
                <a16:creationId xmlns:a16="http://schemas.microsoft.com/office/drawing/2014/main" id="{6DF9DC98-4140-A30A-6FEE-5F70C803CBDC}"/>
              </a:ext>
            </a:extLst>
          </p:cNvPr>
          <p:cNvGrpSpPr/>
          <p:nvPr/>
        </p:nvGrpSpPr>
        <p:grpSpPr>
          <a:xfrm>
            <a:off x="1105822" y="3991055"/>
            <a:ext cx="5955376" cy="330190"/>
            <a:chOff x="5872353" y="753534"/>
            <a:chExt cx="5884333" cy="369150"/>
          </a:xfrm>
        </p:grpSpPr>
        <p:cxnSp>
          <p:nvCxnSpPr>
            <p:cNvPr id="53" name="ตัวเชื่อมต่อตรง 52">
              <a:extLst>
                <a:ext uri="{FF2B5EF4-FFF2-40B4-BE49-F238E27FC236}">
                  <a16:creationId xmlns:a16="http://schemas.microsoft.com/office/drawing/2014/main" id="{17655A44-43DF-2E9F-10A5-F3772E1222B6}"/>
                </a:ext>
              </a:extLst>
            </p:cNvPr>
            <p:cNvCxnSpPr/>
            <p:nvPr/>
          </p:nvCxnSpPr>
          <p:spPr>
            <a:xfrm>
              <a:off x="5872353" y="75353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ตัวเชื่อมต่อตรง 53">
              <a:extLst>
                <a:ext uri="{FF2B5EF4-FFF2-40B4-BE49-F238E27FC236}">
                  <a16:creationId xmlns:a16="http://schemas.microsoft.com/office/drawing/2014/main" id="{0C089D4B-C3F7-A84B-A360-82C50B10EFE8}"/>
                </a:ext>
              </a:extLst>
            </p:cNvPr>
            <p:cNvCxnSpPr/>
            <p:nvPr/>
          </p:nvCxnSpPr>
          <p:spPr>
            <a:xfrm>
              <a:off x="5872353" y="112268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ตัวเชื่อมต่อตรง 54">
              <a:extLst>
                <a:ext uri="{FF2B5EF4-FFF2-40B4-BE49-F238E27FC236}">
                  <a16:creationId xmlns:a16="http://schemas.microsoft.com/office/drawing/2014/main" id="{6B14494E-0071-091B-CBA4-607B963CCE00}"/>
                </a:ext>
              </a:extLst>
            </p:cNvPr>
            <p:cNvCxnSpPr>
              <a:cxnSpLocks/>
            </p:cNvCxnSpPr>
            <p:nvPr/>
          </p:nvCxnSpPr>
          <p:spPr>
            <a:xfrm>
              <a:off x="5872353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ตัวเชื่อมต่อตรง 55">
              <a:extLst>
                <a:ext uri="{FF2B5EF4-FFF2-40B4-BE49-F238E27FC236}">
                  <a16:creationId xmlns:a16="http://schemas.microsoft.com/office/drawing/2014/main" id="{A2D8BF80-7396-CAB4-96D2-C143F9E79498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686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กลุ่ม 56">
            <a:extLst>
              <a:ext uri="{FF2B5EF4-FFF2-40B4-BE49-F238E27FC236}">
                <a16:creationId xmlns:a16="http://schemas.microsoft.com/office/drawing/2014/main" id="{82D59638-C8ED-0149-705E-03AC73369053}"/>
              </a:ext>
            </a:extLst>
          </p:cNvPr>
          <p:cNvGrpSpPr/>
          <p:nvPr/>
        </p:nvGrpSpPr>
        <p:grpSpPr>
          <a:xfrm>
            <a:off x="1103245" y="3621905"/>
            <a:ext cx="5957955" cy="369148"/>
            <a:chOff x="5872353" y="753534"/>
            <a:chExt cx="5884333" cy="369150"/>
          </a:xfrm>
        </p:grpSpPr>
        <p:cxnSp>
          <p:nvCxnSpPr>
            <p:cNvPr id="58" name="ตัวเชื่อมต่อตรง 57">
              <a:extLst>
                <a:ext uri="{FF2B5EF4-FFF2-40B4-BE49-F238E27FC236}">
                  <a16:creationId xmlns:a16="http://schemas.microsoft.com/office/drawing/2014/main" id="{C9912D90-9B42-DC05-4B1E-5047CEA24472}"/>
                </a:ext>
              </a:extLst>
            </p:cNvPr>
            <p:cNvCxnSpPr/>
            <p:nvPr/>
          </p:nvCxnSpPr>
          <p:spPr>
            <a:xfrm>
              <a:off x="5872353" y="75353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ตัวเชื่อมต่อตรง 58">
              <a:extLst>
                <a:ext uri="{FF2B5EF4-FFF2-40B4-BE49-F238E27FC236}">
                  <a16:creationId xmlns:a16="http://schemas.microsoft.com/office/drawing/2014/main" id="{2F3E37C0-C096-83E9-8627-CA6C17D45281}"/>
                </a:ext>
              </a:extLst>
            </p:cNvPr>
            <p:cNvCxnSpPr/>
            <p:nvPr/>
          </p:nvCxnSpPr>
          <p:spPr>
            <a:xfrm>
              <a:off x="5872353" y="112268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ตัวเชื่อมต่อตรง 59">
              <a:extLst>
                <a:ext uri="{FF2B5EF4-FFF2-40B4-BE49-F238E27FC236}">
                  <a16:creationId xmlns:a16="http://schemas.microsoft.com/office/drawing/2014/main" id="{603AF9EF-71BF-9AE4-6F03-A5A4F13AE359}"/>
                </a:ext>
              </a:extLst>
            </p:cNvPr>
            <p:cNvCxnSpPr>
              <a:cxnSpLocks/>
            </p:cNvCxnSpPr>
            <p:nvPr/>
          </p:nvCxnSpPr>
          <p:spPr>
            <a:xfrm>
              <a:off x="5872353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ตัวเชื่อมต่อตรง 60">
              <a:extLst>
                <a:ext uri="{FF2B5EF4-FFF2-40B4-BE49-F238E27FC236}">
                  <a16:creationId xmlns:a16="http://schemas.microsoft.com/office/drawing/2014/main" id="{24439AAC-D301-4C50-CEE2-3661710623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686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กลุ่ม 61">
            <a:extLst>
              <a:ext uri="{FF2B5EF4-FFF2-40B4-BE49-F238E27FC236}">
                <a16:creationId xmlns:a16="http://schemas.microsoft.com/office/drawing/2014/main" id="{1662D38C-1B61-92DB-44E2-0DCD40F5877A}"/>
              </a:ext>
            </a:extLst>
          </p:cNvPr>
          <p:cNvGrpSpPr/>
          <p:nvPr/>
        </p:nvGrpSpPr>
        <p:grpSpPr>
          <a:xfrm>
            <a:off x="1103244" y="4321242"/>
            <a:ext cx="5955376" cy="330188"/>
            <a:chOff x="5872353" y="753534"/>
            <a:chExt cx="5884333" cy="369150"/>
          </a:xfrm>
        </p:grpSpPr>
        <p:cxnSp>
          <p:nvCxnSpPr>
            <p:cNvPr id="63" name="ตัวเชื่อมต่อตรง 62">
              <a:extLst>
                <a:ext uri="{FF2B5EF4-FFF2-40B4-BE49-F238E27FC236}">
                  <a16:creationId xmlns:a16="http://schemas.microsoft.com/office/drawing/2014/main" id="{8760E0DA-E679-DA94-5DA6-310D29A624B1}"/>
                </a:ext>
              </a:extLst>
            </p:cNvPr>
            <p:cNvCxnSpPr/>
            <p:nvPr/>
          </p:nvCxnSpPr>
          <p:spPr>
            <a:xfrm>
              <a:off x="5872353" y="75353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ตัวเชื่อมต่อตรง 63">
              <a:extLst>
                <a:ext uri="{FF2B5EF4-FFF2-40B4-BE49-F238E27FC236}">
                  <a16:creationId xmlns:a16="http://schemas.microsoft.com/office/drawing/2014/main" id="{E42B9249-EDA6-E2D7-0572-B5CB06052FCC}"/>
                </a:ext>
              </a:extLst>
            </p:cNvPr>
            <p:cNvCxnSpPr/>
            <p:nvPr/>
          </p:nvCxnSpPr>
          <p:spPr>
            <a:xfrm>
              <a:off x="5872353" y="1122684"/>
              <a:ext cx="58843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ตัวเชื่อมต่อตรง 64">
              <a:extLst>
                <a:ext uri="{FF2B5EF4-FFF2-40B4-BE49-F238E27FC236}">
                  <a16:creationId xmlns:a16="http://schemas.microsoft.com/office/drawing/2014/main" id="{19A8A5AB-E573-231C-D1C2-5E65F2706623}"/>
                </a:ext>
              </a:extLst>
            </p:cNvPr>
            <p:cNvCxnSpPr>
              <a:cxnSpLocks/>
            </p:cNvCxnSpPr>
            <p:nvPr/>
          </p:nvCxnSpPr>
          <p:spPr>
            <a:xfrm>
              <a:off x="5872353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ตัวเชื่อมต่อตรง 65">
              <a:extLst>
                <a:ext uri="{FF2B5EF4-FFF2-40B4-BE49-F238E27FC236}">
                  <a16:creationId xmlns:a16="http://schemas.microsoft.com/office/drawing/2014/main" id="{3AAC0BCB-F9AC-6CD8-47B4-DCB04E9AB5C6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686" y="753534"/>
              <a:ext cx="0" cy="369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ตัวเชื่อมต่อตรง 67">
            <a:extLst>
              <a:ext uri="{FF2B5EF4-FFF2-40B4-BE49-F238E27FC236}">
                <a16:creationId xmlns:a16="http://schemas.microsoft.com/office/drawing/2014/main" id="{E68A298E-E623-D574-8D35-9CAC7651BCD3}"/>
              </a:ext>
            </a:extLst>
          </p:cNvPr>
          <p:cNvCxnSpPr>
            <a:cxnSpLocks/>
          </p:cNvCxnSpPr>
          <p:nvPr/>
        </p:nvCxnSpPr>
        <p:spPr>
          <a:xfrm>
            <a:off x="3937000" y="3221797"/>
            <a:ext cx="0" cy="1740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ตัวเชื่อมต่อตรง 69">
            <a:extLst>
              <a:ext uri="{FF2B5EF4-FFF2-40B4-BE49-F238E27FC236}">
                <a16:creationId xmlns:a16="http://schemas.microsoft.com/office/drawing/2014/main" id="{1E60AF0E-975B-D4F8-7F6F-3CF9EB05B1A3}"/>
              </a:ext>
            </a:extLst>
          </p:cNvPr>
          <p:cNvCxnSpPr>
            <a:cxnSpLocks/>
          </p:cNvCxnSpPr>
          <p:nvPr/>
        </p:nvCxnSpPr>
        <p:spPr>
          <a:xfrm>
            <a:off x="5350934" y="3221797"/>
            <a:ext cx="0" cy="1740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ตัวเชื่อมต่อตรง 72">
            <a:extLst>
              <a:ext uri="{FF2B5EF4-FFF2-40B4-BE49-F238E27FC236}">
                <a16:creationId xmlns:a16="http://schemas.microsoft.com/office/drawing/2014/main" id="{E7A8C3A6-FAEB-536B-9ADE-D20E1D3B7A0E}"/>
              </a:ext>
            </a:extLst>
          </p:cNvPr>
          <p:cNvCxnSpPr>
            <a:cxnSpLocks/>
          </p:cNvCxnSpPr>
          <p:nvPr/>
        </p:nvCxnSpPr>
        <p:spPr>
          <a:xfrm>
            <a:off x="2246528" y="3225699"/>
            <a:ext cx="0" cy="1740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33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73BEA355-4435-C412-4FC5-76C7C248548E}"/>
              </a:ext>
            </a:extLst>
          </p:cNvPr>
          <p:cNvSpPr/>
          <p:nvPr/>
        </p:nvSpPr>
        <p:spPr>
          <a:xfrm>
            <a:off x="4555067" y="1370536"/>
            <a:ext cx="2370666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  <a:endParaRPr lang="en-US" dirty="0"/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4CF2A06-2FFC-30FF-9FB7-AAD6B6B5198B}"/>
              </a:ext>
            </a:extLst>
          </p:cNvPr>
          <p:cNvSpPr/>
          <p:nvPr/>
        </p:nvSpPr>
        <p:spPr>
          <a:xfrm>
            <a:off x="2929467" y="4908563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BBB31E5D-DED5-D7DE-F538-2418E614504C}"/>
              </a:ext>
            </a:extLst>
          </p:cNvPr>
          <p:cNvSpPr/>
          <p:nvPr/>
        </p:nvSpPr>
        <p:spPr>
          <a:xfrm>
            <a:off x="7924802" y="2425694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ดีเลิศ</a:t>
            </a:r>
            <a:endParaRPr lang="en-US" dirty="0"/>
          </a:p>
        </p:txBody>
      </p:sp>
      <p:sp>
        <p:nvSpPr>
          <p:cNvPr id="8" name="แผนผังลําดับงาน: การตัดสินใจ 7">
            <a:extLst>
              <a:ext uri="{FF2B5EF4-FFF2-40B4-BE49-F238E27FC236}">
                <a16:creationId xmlns:a16="http://schemas.microsoft.com/office/drawing/2014/main" id="{2EAB5139-0A1F-77EF-DC64-4B3D1BC54A17}"/>
              </a:ext>
            </a:extLst>
          </p:cNvPr>
          <p:cNvSpPr/>
          <p:nvPr/>
        </p:nvSpPr>
        <p:spPr>
          <a:xfrm>
            <a:off x="5240866" y="4301066"/>
            <a:ext cx="999067" cy="8445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100" dirty="0"/>
              <a:t>คะแนน</a:t>
            </a:r>
          </a:p>
          <a:p>
            <a:pPr algn="ctr"/>
            <a:r>
              <a:rPr lang="en-US" sz="1100" dirty="0"/>
              <a:t>&gt;85</a:t>
            </a:r>
          </a:p>
        </p:txBody>
      </p:sp>
      <p:cxnSp>
        <p:nvCxnSpPr>
          <p:cNvPr id="9" name="ลูกศรเชื่อมต่อแบบตรง 8">
            <a:extLst>
              <a:ext uri="{FF2B5EF4-FFF2-40B4-BE49-F238E27FC236}">
                <a16:creationId xmlns:a16="http://schemas.microsoft.com/office/drawing/2014/main" id="{56EA14EE-F599-C958-C32E-60EA1AC64122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5740400" y="1937803"/>
            <a:ext cx="8467" cy="366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ลูกศรเชื่อมต่อแบบตรง 9">
            <a:extLst>
              <a:ext uri="{FF2B5EF4-FFF2-40B4-BE49-F238E27FC236}">
                <a16:creationId xmlns:a16="http://schemas.microsoft.com/office/drawing/2014/main" id="{5788C70D-0686-D5DE-A14D-B22D91286159}"/>
              </a:ext>
            </a:extLst>
          </p:cNvPr>
          <p:cNvCxnSpPr>
            <a:cxnSpLocks/>
          </p:cNvCxnSpPr>
          <p:nvPr/>
        </p:nvCxnSpPr>
        <p:spPr>
          <a:xfrm flipV="1">
            <a:off x="5994400" y="2717789"/>
            <a:ext cx="1930402" cy="169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แผนผังลำดับงาน: สิ้นสุด 10">
            <a:extLst>
              <a:ext uri="{FF2B5EF4-FFF2-40B4-BE49-F238E27FC236}">
                <a16:creationId xmlns:a16="http://schemas.microsoft.com/office/drawing/2014/main" id="{AF6713F0-F641-83C2-F70D-0E619B536A6F}"/>
              </a:ext>
            </a:extLst>
          </p:cNvPr>
          <p:cNvSpPr/>
          <p:nvPr/>
        </p:nvSpPr>
        <p:spPr>
          <a:xfrm>
            <a:off x="4893730" y="6362699"/>
            <a:ext cx="1676401" cy="495301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  <a:endParaRPr lang="en-US" dirty="0"/>
          </a:p>
        </p:txBody>
      </p: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9B541A19-E736-1136-0D51-32FADB77DB30}"/>
              </a:ext>
            </a:extLst>
          </p:cNvPr>
          <p:cNvCxnSpPr>
            <a:cxnSpLocks/>
          </p:cNvCxnSpPr>
          <p:nvPr/>
        </p:nvCxnSpPr>
        <p:spPr>
          <a:xfrm>
            <a:off x="5740400" y="896401"/>
            <a:ext cx="0" cy="474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B6CFB956-E3A7-4BC0-FE73-C93B1CE9AAC3}"/>
              </a:ext>
            </a:extLst>
          </p:cNvPr>
          <p:cNvSpPr/>
          <p:nvPr/>
        </p:nvSpPr>
        <p:spPr>
          <a:xfrm>
            <a:off x="7924801" y="4060829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  <a:endParaRPr lang="en-US" dirty="0"/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33F02C04-BA34-C5DE-8AE7-9F1108009AFC}"/>
              </a:ext>
            </a:extLst>
          </p:cNvPr>
          <p:cNvSpPr/>
          <p:nvPr/>
        </p:nvSpPr>
        <p:spPr>
          <a:xfrm>
            <a:off x="7095066" y="4908563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sp>
        <p:nvSpPr>
          <p:cNvPr id="15" name="แผนผังลําดับงาน: การตัดสินใจ 14">
            <a:extLst>
              <a:ext uri="{FF2B5EF4-FFF2-40B4-BE49-F238E27FC236}">
                <a16:creationId xmlns:a16="http://schemas.microsoft.com/office/drawing/2014/main" id="{6B543A27-C0D1-CFCE-CA0A-836C1D0D1741}"/>
              </a:ext>
            </a:extLst>
          </p:cNvPr>
          <p:cNvSpPr/>
          <p:nvPr/>
        </p:nvSpPr>
        <p:spPr>
          <a:xfrm>
            <a:off x="5257800" y="3314685"/>
            <a:ext cx="999067" cy="8445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100" dirty="0"/>
              <a:t>คะแนน</a:t>
            </a:r>
          </a:p>
          <a:p>
            <a:pPr algn="ctr"/>
            <a:r>
              <a:rPr lang="en-US" sz="1100" dirty="0"/>
              <a:t>&gt;85</a:t>
            </a:r>
          </a:p>
        </p:txBody>
      </p:sp>
      <p:sp>
        <p:nvSpPr>
          <p:cNvPr id="16" name="แผนผังลําดับงาน: การตัดสินใจ 15">
            <a:extLst>
              <a:ext uri="{FF2B5EF4-FFF2-40B4-BE49-F238E27FC236}">
                <a16:creationId xmlns:a16="http://schemas.microsoft.com/office/drawing/2014/main" id="{058F924E-3A4A-93BE-79DF-BAB9C853CF5F}"/>
              </a:ext>
            </a:extLst>
          </p:cNvPr>
          <p:cNvSpPr/>
          <p:nvPr/>
        </p:nvSpPr>
        <p:spPr>
          <a:xfrm>
            <a:off x="5249333" y="2303984"/>
            <a:ext cx="999067" cy="8445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200" dirty="0"/>
              <a:t>คะแนน</a:t>
            </a:r>
          </a:p>
          <a:p>
            <a:pPr algn="ctr"/>
            <a:r>
              <a:rPr lang="en-US" sz="1200" dirty="0"/>
              <a:t>&gt;85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36E8D0A4-4572-A49A-9D7C-D4590EA5FC86}"/>
              </a:ext>
            </a:extLst>
          </p:cNvPr>
          <p:cNvSpPr/>
          <p:nvPr/>
        </p:nvSpPr>
        <p:spPr>
          <a:xfrm>
            <a:off x="4652438" y="5848379"/>
            <a:ext cx="2137830" cy="391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  <a:endParaRPr lang="en-US" dirty="0"/>
          </a:p>
        </p:txBody>
      </p:sp>
      <p:sp>
        <p:nvSpPr>
          <p:cNvPr id="18" name="แผนผังลำดับงาน: สิ้นสุด 17">
            <a:extLst>
              <a:ext uri="{FF2B5EF4-FFF2-40B4-BE49-F238E27FC236}">
                <a16:creationId xmlns:a16="http://schemas.microsoft.com/office/drawing/2014/main" id="{2EB29C63-12AB-F04B-B35D-D3D70E71C58F}"/>
              </a:ext>
            </a:extLst>
          </p:cNvPr>
          <p:cNvSpPr/>
          <p:nvPr/>
        </p:nvSpPr>
        <p:spPr>
          <a:xfrm>
            <a:off x="4809066" y="318019"/>
            <a:ext cx="1896533" cy="56726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  <a:endParaRPr lang="en-US" dirty="0"/>
          </a:p>
        </p:txBody>
      </p:sp>
      <p:cxnSp>
        <p:nvCxnSpPr>
          <p:cNvPr id="19" name="ลูกศรเชื่อมต่อแบบตรง 18">
            <a:extLst>
              <a:ext uri="{FF2B5EF4-FFF2-40B4-BE49-F238E27FC236}">
                <a16:creationId xmlns:a16="http://schemas.microsoft.com/office/drawing/2014/main" id="{E8117370-816A-D7DD-1877-FDCE4836C083}"/>
              </a:ext>
            </a:extLst>
          </p:cNvPr>
          <p:cNvCxnSpPr>
            <a:cxnSpLocks/>
          </p:cNvCxnSpPr>
          <p:nvPr/>
        </p:nvCxnSpPr>
        <p:spPr>
          <a:xfrm>
            <a:off x="5731931" y="3934885"/>
            <a:ext cx="8467" cy="366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ลูกศรเชื่อมต่อแบบตรง 19">
            <a:extLst>
              <a:ext uri="{FF2B5EF4-FFF2-40B4-BE49-F238E27FC236}">
                <a16:creationId xmlns:a16="http://schemas.microsoft.com/office/drawing/2014/main" id="{C8550250-D4BA-992B-AB86-2D4C5AFFB49C}"/>
              </a:ext>
            </a:extLst>
          </p:cNvPr>
          <p:cNvCxnSpPr>
            <a:cxnSpLocks/>
          </p:cNvCxnSpPr>
          <p:nvPr/>
        </p:nvCxnSpPr>
        <p:spPr>
          <a:xfrm>
            <a:off x="5748866" y="2965452"/>
            <a:ext cx="8467" cy="366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ตรง 20">
            <a:extLst>
              <a:ext uri="{FF2B5EF4-FFF2-40B4-BE49-F238E27FC236}">
                <a16:creationId xmlns:a16="http://schemas.microsoft.com/office/drawing/2014/main" id="{C4369CEF-2F47-7F43-5ED5-96B3D12B4012}"/>
              </a:ext>
            </a:extLst>
          </p:cNvPr>
          <p:cNvCxnSpPr>
            <a:cxnSpLocks/>
          </p:cNvCxnSpPr>
          <p:nvPr/>
        </p:nvCxnSpPr>
        <p:spPr>
          <a:xfrm>
            <a:off x="6256867" y="3736964"/>
            <a:ext cx="24190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ลูกศรเชื่อมต่อแบบตรง 21">
            <a:extLst>
              <a:ext uri="{FF2B5EF4-FFF2-40B4-BE49-F238E27FC236}">
                <a16:creationId xmlns:a16="http://schemas.microsoft.com/office/drawing/2014/main" id="{95D32D63-D18E-08AF-84D3-6BC4291562E4}"/>
              </a:ext>
            </a:extLst>
          </p:cNvPr>
          <p:cNvCxnSpPr>
            <a:cxnSpLocks/>
          </p:cNvCxnSpPr>
          <p:nvPr/>
        </p:nvCxnSpPr>
        <p:spPr>
          <a:xfrm>
            <a:off x="8683167" y="3723220"/>
            <a:ext cx="0" cy="337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DC68E6ED-E211-1701-F419-FFB3D8C4E275}"/>
              </a:ext>
            </a:extLst>
          </p:cNvPr>
          <p:cNvCxnSpPr>
            <a:cxnSpLocks/>
          </p:cNvCxnSpPr>
          <p:nvPr/>
        </p:nvCxnSpPr>
        <p:spPr>
          <a:xfrm>
            <a:off x="6239933" y="4723345"/>
            <a:ext cx="15917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ลูกศรเชื่อมต่อแบบตรง 23">
            <a:extLst>
              <a:ext uri="{FF2B5EF4-FFF2-40B4-BE49-F238E27FC236}">
                <a16:creationId xmlns:a16="http://schemas.microsoft.com/office/drawing/2014/main" id="{81BB4A99-1AB6-4434-7C57-DC3B60052137}"/>
              </a:ext>
            </a:extLst>
          </p:cNvPr>
          <p:cNvCxnSpPr>
            <a:cxnSpLocks/>
          </p:cNvCxnSpPr>
          <p:nvPr/>
        </p:nvCxnSpPr>
        <p:spPr>
          <a:xfrm>
            <a:off x="7831665" y="4711721"/>
            <a:ext cx="0" cy="196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ลูกศรเชื่อมต่อแบบตรง 24">
            <a:extLst>
              <a:ext uri="{FF2B5EF4-FFF2-40B4-BE49-F238E27FC236}">
                <a16:creationId xmlns:a16="http://schemas.microsoft.com/office/drawing/2014/main" id="{6CC0398A-6035-2FF3-0FB4-97400B95F67E}"/>
              </a:ext>
            </a:extLst>
          </p:cNvPr>
          <p:cNvCxnSpPr>
            <a:cxnSpLocks/>
          </p:cNvCxnSpPr>
          <p:nvPr/>
        </p:nvCxnSpPr>
        <p:spPr>
          <a:xfrm>
            <a:off x="5782730" y="5899432"/>
            <a:ext cx="0" cy="463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ตัวเชื่อมต่อตรง 25">
            <a:extLst>
              <a:ext uri="{FF2B5EF4-FFF2-40B4-BE49-F238E27FC236}">
                <a16:creationId xmlns:a16="http://schemas.microsoft.com/office/drawing/2014/main" id="{936F4D72-3898-8C4E-7862-6C33F7CCF345}"/>
              </a:ext>
            </a:extLst>
          </p:cNvPr>
          <p:cNvCxnSpPr>
            <a:cxnSpLocks/>
          </p:cNvCxnSpPr>
          <p:nvPr/>
        </p:nvCxnSpPr>
        <p:spPr>
          <a:xfrm>
            <a:off x="3649134" y="4710666"/>
            <a:ext cx="15917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ลูกศรเชื่อมต่อแบบตรง 26">
            <a:extLst>
              <a:ext uri="{FF2B5EF4-FFF2-40B4-BE49-F238E27FC236}">
                <a16:creationId xmlns:a16="http://schemas.microsoft.com/office/drawing/2014/main" id="{4FFE5526-DD95-6D4A-98D5-F9730D90EFA5}"/>
              </a:ext>
            </a:extLst>
          </p:cNvPr>
          <p:cNvCxnSpPr>
            <a:cxnSpLocks/>
          </p:cNvCxnSpPr>
          <p:nvPr/>
        </p:nvCxnSpPr>
        <p:spPr>
          <a:xfrm>
            <a:off x="5782730" y="5685429"/>
            <a:ext cx="0" cy="17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ลูกศรเชื่อมต่อแบบตรง 27">
            <a:extLst>
              <a:ext uri="{FF2B5EF4-FFF2-40B4-BE49-F238E27FC236}">
                <a16:creationId xmlns:a16="http://schemas.microsoft.com/office/drawing/2014/main" id="{F094928C-36D2-9A48-5FE0-E14160A3283D}"/>
              </a:ext>
            </a:extLst>
          </p:cNvPr>
          <p:cNvCxnSpPr>
            <a:cxnSpLocks/>
          </p:cNvCxnSpPr>
          <p:nvPr/>
        </p:nvCxnSpPr>
        <p:spPr>
          <a:xfrm>
            <a:off x="3649134" y="4697988"/>
            <a:ext cx="0" cy="196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ตัวเชื่อมต่อตรง 28">
            <a:extLst>
              <a:ext uri="{FF2B5EF4-FFF2-40B4-BE49-F238E27FC236}">
                <a16:creationId xmlns:a16="http://schemas.microsoft.com/office/drawing/2014/main" id="{449472A7-B376-1751-837C-C3D56484F401}"/>
              </a:ext>
            </a:extLst>
          </p:cNvPr>
          <p:cNvCxnSpPr>
            <a:cxnSpLocks/>
          </p:cNvCxnSpPr>
          <p:nvPr/>
        </p:nvCxnSpPr>
        <p:spPr>
          <a:xfrm>
            <a:off x="3602563" y="5459997"/>
            <a:ext cx="0" cy="225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ตัวเชื่อมต่อตรง 29">
            <a:extLst>
              <a:ext uri="{FF2B5EF4-FFF2-40B4-BE49-F238E27FC236}">
                <a16:creationId xmlns:a16="http://schemas.microsoft.com/office/drawing/2014/main" id="{A8EBCBC5-0420-C18C-E062-DB98CCE628F4}"/>
              </a:ext>
            </a:extLst>
          </p:cNvPr>
          <p:cNvCxnSpPr>
            <a:cxnSpLocks/>
          </p:cNvCxnSpPr>
          <p:nvPr/>
        </p:nvCxnSpPr>
        <p:spPr>
          <a:xfrm>
            <a:off x="3602563" y="5685429"/>
            <a:ext cx="43603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ตัวเชื่อมต่อตรง 30">
            <a:extLst>
              <a:ext uri="{FF2B5EF4-FFF2-40B4-BE49-F238E27FC236}">
                <a16:creationId xmlns:a16="http://schemas.microsoft.com/office/drawing/2014/main" id="{24DD816B-0F46-EFE4-AF5F-38BC3A632F98}"/>
              </a:ext>
            </a:extLst>
          </p:cNvPr>
          <p:cNvCxnSpPr>
            <a:cxnSpLocks/>
          </p:cNvCxnSpPr>
          <p:nvPr/>
        </p:nvCxnSpPr>
        <p:spPr>
          <a:xfrm>
            <a:off x="7962896" y="5459997"/>
            <a:ext cx="0" cy="225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60787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108</Words>
  <Application>Microsoft Office PowerPoint</Application>
  <PresentationFormat>แบบจอกว้าง</PresentationFormat>
  <Paragraphs>65</Paragraphs>
  <Slides>4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Nawwas_Bensah@hotmail.com</dc:creator>
  <cp:lastModifiedBy>Nawwas_Bensah@hotmail.com</cp:lastModifiedBy>
  <cp:revision>3</cp:revision>
  <dcterms:created xsi:type="dcterms:W3CDTF">2026-10-08T04:55:45Z</dcterms:created>
  <dcterms:modified xsi:type="dcterms:W3CDTF">2026-10-22T07:58:42Z</dcterms:modified>
</cp:coreProperties>
</file>